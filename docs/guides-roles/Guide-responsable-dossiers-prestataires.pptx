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Responsable dossiers prestataires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Piloter les factures fournisseurs / prestataires, le référentiel et le suivi des dettes.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Responsable dossiers prestataires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Menus clés : Courriers (factures), Suivi de factures, Fournisseurs ou prestataires, Reprise des factures, Moratoires (consultation).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Voit les factures ; ne voit pas les MAD en liste (pas de permission voir-depenses).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Peut créer des fiches fournisseur / prestataire / partenaire et des factures de régularisation.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Peut créer des courriers (si structure secrétariat) — typiquement les factures.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Responsable dossiers prestataires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Référentiel fournisseurs / prestataires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Responsable dossiers prestataires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Menu Fournisseurs ou prestataires → Créer.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Renseigner au minimum : nom, type (fournisseur / prestataire / partenaire).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Téléphone et e-mail facilitent les SMS et le préremplissage sur les factures.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Une facture ne peut pas être enregistrée sans fiche active dans ce référentiel.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Mettre à jour ou désactiver une fiche plutôt que créer des doublons de noms.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Responsable dossiers prestataires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Factures dans le registre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Responsable dossiers prestataires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Nouveau courrier arrivée → type Facture prestataire.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Choisir le fournisseur dans la liste, saisir montant, service demandeur, téléphone, scan.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À l’enregistrement : circuit « facture prestataire » → attente Bon pour accord DG.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Suivre l’avancement sur la fiche courrier (étapes) et dans Suivi de factures.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Responsable dossiers prestataires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Reprise des factures &amp; dettes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Responsable dossiers prestataires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Module « Reprise des factures prestataires » : stock historique hors circuit (n° REG-…).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Ne pas l’utiliser pour une pièce du registre papier courant (utiliser Courriers).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Les montants alimentent les dettes fournisseurs (consultables via Suivi / Moratoires).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Moratoires : consultation uniquement ; la création relève du responsable suivi des dépenses.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Responsable dossiers prestataires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Responsable dossiers prestataires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Créer la fiche fournisseur avant la saisie de facture si le fournisseur est absent.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Classer la pièce dans le bon dossier prestataire lorsque la procédure le demande.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Vérifier les doublons de références facture fournisseur (COSUD peut bloquer).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Responsable dossiers prestataires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Responsable dossiers prestataires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