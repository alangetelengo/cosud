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Chef de service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Piloter documents et dossiers de son service, avec accès à l’organigramme.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Chef de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Comme Utilisateur : Documents, Dossiers, Tableau de bord.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En plus : Organigramme (consultation de la structure).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Pas de droits courriers métier dans le profil de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Chef de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Travail quotidien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Chef de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Organiser le classement du service (dossiers, documents).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Valider ou transmettre les documents selon les circuits GED.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S’appuyer sur l’organigramme pour identifier les interlocuteurs.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Chef de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Chef de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Les rôles chef_projet / chef_pool / chef_centre ont le même socle documentaire (sans organigramme).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Pour le courrier, demander l’attribution d’un rôle circuit adapté.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Chef de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Chef de service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