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6A269"/>
                </a:solidFill>
                <a:latin typeface="Calibri"/>
              </a:rPr>
              <a:t>COSUD</a:t>
            </a:r>
          </a:p>
          <a:p>
            <a:pPr>
              <a:spcBef>
                <a:spcPts val="120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Guide utilisateur — Particulier DG</a:t>
            </a:r>
          </a:p>
          <a:p>
            <a:pPr>
              <a:spcBef>
                <a:spcPts val="1800"/>
              </a:spcBef>
            </a:pPr>
            <a:r>
              <a:rPr sz="1800" b="0" i="0">
                <a:solidFill>
                  <a:srgbClr val="F1F5F9"/>
                </a:solidFill>
                <a:latin typeface="Calibri"/>
              </a:rPr>
              <a:t>Appuyer le cabinet DG sur le suivi des courriers, factures, dettes et notifications.</a:t>
            </a:r>
          </a:p>
          <a:p>
            <a:pPr>
              <a:spcBef>
                <a:spcPts val="2400"/>
              </a:spcBef>
            </a:pPr>
            <a:r>
              <a:rPr sz="1400" b="0" i="1">
                <a:solidFill>
                  <a:srgbClr val="475569"/>
                </a:solidFill>
                <a:latin typeface="Calibri"/>
              </a:rPr>
              <a:t>Guide permanent de l’application (droits et parcours métier)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Périmètre &amp; menus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Particulier DG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Menus : Courriers (factures + MAD), Suivi de dépense, Suivi de factures, Moratoires (vue), Bordereau.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Peut créer et gérer des courriers comme le secrétariat (si structure SEC).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Reçoit les notifications de circuit (cloche) pour suivre les dossiers en cours.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N’exécute pas à la place du DG les étapes « Bon pour accord » / signature chèque (rôle dg requis).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Particulier DG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Travail quotidien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Particulier DG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Surveiller la cloche et la liste Courriers pour les dossiers à relayer au DG.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Vérifier la qualité des saisies (n°, scan, objet) avant présentation.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Consulter Suivi de factures et dettes pour préparer les arbitrages.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Utiliser les registres Arrivée / Départ pour les recherches rapides.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Particulier DG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Points d’attention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Particulier DG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Distinguer notification (être informé) et action circuit (être l’acteur de l’étape).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Les dossiers confidentiels restreignent les notifications élargies.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Ne pas avancer une étape DG sans le compte DG.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Particulier DG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Fin du guide</a:t>
            </a:r>
          </a:p>
          <a:p>
            <a:pPr>
              <a:spcBef>
                <a:spcPts val="1600"/>
              </a:spcBef>
            </a:pPr>
            <a:r>
              <a:rPr sz="1800" b="0" i="0">
                <a:solidFill>
                  <a:srgbClr val="06A269"/>
                </a:solidFill>
                <a:latin typeface="Calibri"/>
              </a:rPr>
              <a:t>Particulier DG — COSUD / ACSI</a:t>
            </a:r>
          </a:p>
          <a:p>
            <a:pPr>
              <a:spcBef>
                <a:spcPts val="2000"/>
              </a:spcBef>
            </a:pPr>
            <a:r>
              <a:rPr sz="1400" b="0" i="1">
                <a:solidFill>
                  <a:srgbClr val="F1F5F9"/>
                </a:solidFill>
                <a:latin typeface="Calibri"/>
              </a:rPr>
              <a:t>Pour toute évolution de droits, s’adresser à l’administrateur COSUD.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