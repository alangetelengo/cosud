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Utilisateur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Gérer ses documents et dossiers dans la GED, sans administration des courriers.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Tableau de bord, Documents, Dossiers.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Créer / modifier documents et dossiers dans le périmètre autorisé.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Pas de module Courriers ni de menus factures / MAD / moratoires.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Utilisateur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Travail quotidien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Déposer et classer les documents dans le bon dossier.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Respecter les règles de confidentialité et de partage.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Participer aux validations documentaires si vous êtes désigné dans un circuit.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Utilisateur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Si vous devez traiter un courrier, un rôle secrétariat / circuit doit vous être attribué.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La suppression de dossiers / documents peut être limitée selon les droits.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Utilisateur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Utilisateur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