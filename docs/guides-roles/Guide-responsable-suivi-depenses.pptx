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Responsable suivi des dépenses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Suivre les MAD, les paiements, les bordereaux et les plans de moratoire.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suivi des dépenses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Courriers (MAD), Suivi de dépense, Bordereau de transmission, Moratoires, Reprise des factures (paiement).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Voit les MAD ; ne voit pas les factures en liste (pas de permission voir-factures).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enregistrer des paiements (suivi) et payer une régularisation.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Seul rôle métier (hors DG/admin) habilité à créer et mettre à jour les moratoires.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suivi des dépenses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MAD — enregistrement et suivi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suivi des dépenses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Nouveau courrier arrivée → type MAD (si habilité secrétariat).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Champs clés : n° registre, objet, service demandeur, scan.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Circuit identique aux factures (Bon pour accord DG, puis suite paiement).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Suivre dans Courriers / Suivi de dépense selon l’étape.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suivi des dépenses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Suivi de dépense &amp; paiements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suivi des dépenses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 Suivi de dépense : état des paiements liés aux dossiers.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Enregistrer un paiement lorsque la procédure et les pièces le permettent.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Bordereau de transmission : préparer / consulter les transmissions liées au flux.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Reprise des factures : action « payer » sur une régularisation éligible.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suivi des dépenses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Moratoires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suivi des dépenses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Prérequis : factures saisies avec montants → dette fournisseur &gt; 0.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Moratoires → Créer : choisir le fournisseur éligible, échéances, joindre l’instruction DG.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créer un moratoire que sur instruction claire et dettes cohérentes.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Mettre à jour les échéances (paiement / statut) au fil de l’exécution du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suivi des dépenses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suivi des dépenses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MAD n’alimentent pas la dette fournisseur (pas de montant facture).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Coordonner avec le responsable dossiers prestataires pour les montants facture.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Un moratoire actif empêche en général un second plan pour le même fournisseur.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suivi des dépenses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Responsable suivi des dépenses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