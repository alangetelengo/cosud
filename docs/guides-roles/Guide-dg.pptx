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6A269"/>
                </a:solidFill>
                <a:latin typeface="Calibri"/>
              </a:rPr>
              <a:t>COSUD</a:t>
            </a:r>
          </a:p>
          <a:p>
            <a:pPr>
              <a:spcBef>
                <a:spcPts val="12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Guide utilisateur — Directeur général</a:t>
            </a:r>
          </a:p>
          <a:p>
            <a:pPr>
              <a:spcBef>
                <a:spcPts val="1800"/>
              </a:spcBef>
            </a:pPr>
            <a:r>
              <a:rPr sz="1800" b="0" i="0">
                <a:solidFill>
                  <a:srgbClr val="F1F5F9"/>
                </a:solidFill>
                <a:latin typeface="Calibri"/>
              </a:rPr>
              <a:t>Instruire, donner le Bon pour accord, signer et arbitrer l’ensemble des flux COSUD.</a:t>
            </a:r>
          </a:p>
          <a:p>
            <a:pPr>
              <a:spcBef>
                <a:spcPts val="2400"/>
              </a:spcBef>
            </a:pPr>
            <a:r>
              <a:rPr sz="1400" b="0" i="1">
                <a:solidFill>
                  <a:srgbClr val="475569"/>
                </a:solidFill>
                <a:latin typeface="Calibri"/>
              </a:rPr>
              <a:t>Guide permanent de l’application (droits et parcours métier)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Périmètre &amp; menus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 général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Accès large métier : Courriers, registres, suivi factures / dépenses, fournisseurs, régularisation, moratoires, utilisateurs.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Pas des menus d’administration technique réservés à l’administrateur (paramètres avancés, corbeille, etc.).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Acteur des étapes ACTEUR_DG : Bon pour accord, signature chèque,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 général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Circuit facture / MAD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 général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Après enregistrement secrétariat : étape « Bon pour accord / instructions DG ».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Ouvrir la fiche → donner le Bon pour accord et saisir les instructions (montant, modalités…).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L’AC est alors notifié pour établir le chèque.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Plus tard : confirmer la signature du chèque (sans scan obligatoire dans COSUD) et renvoyer vers l’AC.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 général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Autres courriers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 général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Circuit général : instruire, confier, orienter, valider une réponse selon l’étape.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Utiliser orientation / ventilation lorsque le dossier doit être dirigé vers une structure.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Surveiller la cloche pour les dossiers en attente DG.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 général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Dettes &amp; moratoires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 général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Consulter le suivi des factures / dettes avant d’instruire un moratoire.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Peut créer ou faire créer un plan de moratoire (permission create).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Les instructions écrites (scan) restent la référence pour le responsable suivi des dépenses.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 général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A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Points d’attention</a:t>
            </a:r>
          </a:p>
          <a:p>
            <a:r>
              <a:rPr sz="1400" b="0" i="0">
                <a:solidFill>
                  <a:srgbClr val="FFFFFF"/>
                </a:solidFill>
                <a:latin typeface="Calibri"/>
              </a:rPr>
              <a:t>Directeur général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Une notification SMS/cloche à l’enregistrement facture peut être coupée par l’admin (paramètre).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F172A"/>
                </a:solidFill>
                <a:latin typeface="Calibri"/>
              </a:rPr>
              <a:t>•  Le particulier DG aide au suivi mais n’exécute pas vos étapes de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Calibri"/>
              </a:rPr>
              <a:t>COSUD — ACSI | Guide permanent — Directeur général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Fin du guide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06A269"/>
                </a:solidFill>
                <a:latin typeface="Calibri"/>
              </a:rPr>
              <a:t>Directeur général — COSUD / ACSI</a:t>
            </a:r>
          </a:p>
          <a:p>
            <a:pPr>
              <a:spcBef>
                <a:spcPts val="2000"/>
              </a:spcBef>
            </a:pPr>
            <a:r>
              <a:rPr sz="1400" b="0" i="1">
                <a:solidFill>
                  <a:srgbClr val="F1F5F9"/>
                </a:solidFill>
                <a:latin typeface="Calibri"/>
              </a:rPr>
              <a:t>Pour toute évolution de droits, s’adresser à l’administrateur COSUD.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