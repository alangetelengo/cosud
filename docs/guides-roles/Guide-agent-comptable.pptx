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Agent comptable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Établir les chèques et faire avancer le circuit de paiement des factures / MAD.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Agent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Courriers (factures + MAD), Bordereau de transmission, Documents, Dossiers.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Acteur clé de l’étape « AC établit le chèque → envoi DG » du circuit facture prestataire.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des courriers si rattaché au secrétariat ; sinon travail principal = traitement circuit.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Pas d’accès dédié suivi-factures / moratoires create dans le seed standard (hors consultation via courriers).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Agent comptable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Circuit facture / MAD — votre étape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Agent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Après Bon pour accord DG : le dossier arrive à l’étape AC.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Ouvrir la fiche courrier → lire les instructions DG et le montant.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Établir le chèque hors COSUD si besoin, puis enregistrer l’action dans COSUD (envoi au DG pour signature).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Après signature DG : reprendre pour la décharge / preuve selon l’étape affichée.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Agent comptable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Paiement reliquat (si activé sur le dossier)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Agent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Sur une facture déjà partiellement traitée, un paiement de reliquat peut être proposé selon les règles métier.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le reliquat et l’absence de blocage (ex. moratoire) avant d’enregistrer.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Agent comptable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Agent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pas signer à la place du DG (étape signature chèque = rôle dg).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Respecter le mouvement physique du dossier (attente arrivée) indiqué par le circuit.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Bordereau de transmission : utile pour tracer les envois.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Agent comptable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Agent comptable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