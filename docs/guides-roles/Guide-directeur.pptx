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Directeur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Orienter, ventiler, signer ou rejeter les courriers relevant de sa direction.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Directeur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Menus : Documents, Dossiers (y compris création structure / partage direction), Courriers, Organigramme, Tableau de bord.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Permissions courrier : orienter, ventiler, signer, rejeter, archiver — pas la création secrétariat classique.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Vue hiérarchique des documents de sa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Directeur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Actions courrier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Directeur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Lorsque vous êtes destinataire / acteur d’une étape : ouvrir la fiche et traiter (instruire, valider).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Orienter / ventiler vers le bon service ou agent.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Courrier départ : signer ou rejeter selon le circuit de validation.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Archiver lorsque le dossier est clos côté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Directeur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Documents &amp; dossiers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Directeur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Créer et classer les documents de la direction.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Partager un dossier en lecture / écriture selon les besoins (partage direction).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Respecter la confidentialité : les dossiers confidentiels ont des règles d’accès strictes.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Directeur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Directeur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Le Bon pour accord facture prestataire est une étape DG, pas « directeur » de structure.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Vérifier l’étape affichée avant d’agir (le bouton disponible dépend de votre rôle et de l’étape).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Directeur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Directeur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