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Particulier AC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Appuyer l’agent comptable sur le suivi des courriers et des transmissions.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Particulier 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: Courriers (factures + MAD), Bordereau de transmission, Documents, Dossiers.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Peut créer / transmettre des courriers (secrétariat) si structure adaptée.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Reçoit les notifications d’étapes du circuit facture / MAD (suivi parallèle).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N’établit pas le chèque à la place de l’agent comptable (étape réservée au rôle AC).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Particulier 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Travail quotidien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Particulier 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Suivre les dossiers en attente côté comptabilité via la cloche et Courriers.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Préparer les éléments pour l’AC (montants, fournisseur, instructions DG visibles sur la fiche).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Consulter / préparer les bordereaux de transmission.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Vérifier que les scans et références sont complets avant traitement 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Particulier 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Particulier 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L’action « AC établit le chèque » doit être faite avec un compte agent comptable.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Rester aligné sur les instructions DG affichées sur la fiche courrier.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Particulier 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Particulier AC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