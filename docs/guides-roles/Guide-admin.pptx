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Administrateur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Configurer COSUD, les droits, les référentiels et les paramètres système.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Administrateur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Accès complet : tous les menus métier + Administration (utilisateurs, paramètres, audit, rôles…).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Paramètres : structures, rôles, plan de classement, types, circuits courriers, workflow, catégories dépense.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Politique d’accès documents et Notifications courriers (interrupteurs métier).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Administrateur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Utilisateurs &amp; rôles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Administrateur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Créer les comptes, affecter structure(s) et rôle(s) Spatie.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Pour pouvoir créer un courrier arrivée : permission courriers.create + rattachement secrétariat (SEC).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Attribuer voir-factures / voir-depenses selon le cloisonnement souhaité.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Ne jamais partager le compte admin pour le travail quotidien métier.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Administrateur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Notifications &amp; paramètres utiles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Administrateur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Paramètres → Notifications courriers : activer / désactiver la notif DG (SMS + cloche) à l’enregistrement facture/MAD.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Paramètres → Politique d’accès documents : lecture dossier parent lors d’un envoi en validation.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Vérifier la configuration SMS (environnement) avec l’équipe technique.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Administrateur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Circuits &amp; referentiels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Administrateur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Circuits courriers : ne modifier une étape qu’avec impact métier validé.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Types de courriers, catégories de dépense, plan de classement : tenir à jour.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Audit : consulter les actions sensibles en cas d’incident.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Administrateur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Administrateur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Un changement de rôle / permission peut masquer des menus immédiatement.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Les migrations et seeders de rôles doivent rester alignés avec la production.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Sauvegardes et droits fichiers (scans) = responsabilité technique associée.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Administrateur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Administrateur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