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6A269"/>
                </a:solidFill>
                <a:latin typeface="Calibri"/>
              </a:rPr>
              <a:t>COSUD</a:t>
            </a:r>
          </a:p>
          <a:p>
            <a:pPr>
              <a:spcBef>
                <a:spcPts val="120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Guide utilisateur — Secrétaire de direction</a:t>
            </a:r>
          </a:p>
          <a:p>
            <a:pPr>
              <a:spcBef>
                <a:spcPts val="1800"/>
              </a:spcBef>
            </a:pPr>
            <a:r>
              <a:rPr sz="1800" b="0" i="0">
                <a:solidFill>
                  <a:srgbClr val="F1F5F9"/>
                </a:solidFill>
                <a:latin typeface="Calibri"/>
              </a:rPr>
              <a:t>Enregistrer et suivre les courriers d’arrivée et de départ pour la direction.</a:t>
            </a:r>
          </a:p>
          <a:p>
            <a:pPr>
              <a:spcBef>
                <a:spcPts val="2400"/>
              </a:spcBef>
            </a:pPr>
            <a:r>
              <a:rPr sz="1400" b="0" i="1">
                <a:solidFill>
                  <a:srgbClr val="475569"/>
                </a:solidFill>
                <a:latin typeface="Calibri"/>
              </a:rPr>
              <a:t>Guide permanent de l’application (droits et parcours métier)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Périmètre &amp; menus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Secrétaire de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Menus : Tableau de bord, Documents, Dossiers, Courriers, Registre Arrivée, Registre Départ.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Voit les factures et les MAD (permissions voir-factures + voir-depenses).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Peut créer, modifier, transmettre, archiver et réceptionner des courriers.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Condition : être rattaché(e) au secrétariat (structure SEC-…) pour ouvrir « Nouveau courrier 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Secrétaire de direction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Tâche principale — Courrier arrivée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Secrétaire de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Courriers → Nouveau courrier arrivée.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Saisir le n° de registre (papier), l’objet, les dates, le type, puis joindre le scan (PDF/JPG obligatoire).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Choisir le type adapté : facture, MAD, demande, administratif, etc.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Enregistrer : le circuit démarre automatiquement selon le type.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Contrôler dans le Registre Arrivée que la ligne apparaît avec le bon n°.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Secrétaire de direction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Selon le type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Secrétaire de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Facture : fournisseur dans le référentiel, montant, téléphone, service demandeur — obligatoires.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MAD : service demandeur obligatoire ; pas de montant ni de fiche fournisseur.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Demande : téléphone de l’expéditeur obligatoire (notifications).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Autres types : objet + scan + n° registre suffisent en général.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Secrétaire de direction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Points d’attention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Secrétaire de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Un n° de registre déjà utilisé est refusé (doublon).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Sans scan, l’enregistrement arrivée est bloqué.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Après enregistrement, COSUD ouvre la fiche du courrier : revenir à « Nouveau » pour enchaîner.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Ne pas confondre avec « Reprise des factures prestataires » (module hors circuit / historique).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Secrétaire de direction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Fin du guide</a:t>
            </a:r>
          </a:p>
          <a:p>
            <a:pPr>
              <a:spcBef>
                <a:spcPts val="1600"/>
              </a:spcBef>
            </a:pPr>
            <a:r>
              <a:rPr sz="1800" b="0" i="0">
                <a:solidFill>
                  <a:srgbClr val="06A269"/>
                </a:solidFill>
                <a:latin typeface="Calibri"/>
              </a:rPr>
              <a:t>Secrétaire de direction — COSUD / ACSI</a:t>
            </a:r>
          </a:p>
          <a:p>
            <a:pPr>
              <a:spcBef>
                <a:spcPts val="2000"/>
              </a:spcBef>
            </a:pPr>
            <a:r>
              <a:rPr sz="1400" b="0" i="1">
                <a:solidFill>
                  <a:srgbClr val="F1F5F9"/>
                </a:solidFill>
                <a:latin typeface="Calibri"/>
              </a:rPr>
              <a:t>Pour toute évolution de droits, s’adresser à l’administrateur COSUD.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